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23b3ae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23b3ae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623b3ae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623b3ae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23b3ae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23b3ae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23b3aec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23b3aec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23b3ae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23b3ae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23b3ae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23b3ae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23b3ae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623b3ae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23b3ae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23b3ae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23b3aec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623b3aec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rgbClr val="1C1C25"/>
                </a:solidFill>
                <a:highlight>
                  <a:srgbClr val="FFFFFF"/>
                </a:highlight>
              </a:rPr>
              <a:t>DeepFER: Facial Emotion Recognition Using Deep Learning</a:t>
            </a:r>
            <a:endParaRPr sz="3500">
              <a:solidFill>
                <a:srgbClr val="1C1C2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Deep Learning for Computer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0" y="-266557"/>
            <a:ext cx="8520600" cy="483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00" y="845757"/>
            <a:ext cx="9143999" cy="345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50"/>
            <a:ext cx="9144000" cy="51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5" y="73738"/>
            <a:ext cx="8256576" cy="499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500" y="1205050"/>
            <a:ext cx="9677724" cy="29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4362" y="699850"/>
            <a:ext cx="9972726" cy="35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4751"/>
            <a:ext cx="8832301" cy="40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00" y="235775"/>
            <a:ext cx="8296276" cy="44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50" y="164388"/>
            <a:ext cx="8646699" cy="46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